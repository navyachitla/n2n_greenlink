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64E3B"/>
                </a:solidFill>
              </a:defRPr>
            </a:pPr>
            <a:r>
              <a:t>🌱 GREENLINK</a:t>
            </a:r>
          </a:p>
          <a:p>
            <a:pPr algn="ctr">
              <a:spcBef>
                <a:spcPts val="800"/>
              </a:spcBef>
              <a:defRPr sz="2200">
                <a:solidFill>
                  <a:srgbClr val="059669"/>
                </a:solidFill>
              </a:defRPr>
            </a:pPr>
            <a:r>
              <a:t>Sustainable Living Ecosystem</a:t>
            </a:r>
          </a:p>
          <a:p>
            <a:pPr algn="ctr">
              <a:spcBef>
                <a:spcPts val="1600"/>
              </a:spcBef>
              <a:defRPr sz="1400">
                <a:solidFill>
                  <a:srgbClr val="475569"/>
                </a:solidFill>
              </a:defRPr>
            </a:pPr>
            <a:r>
              <a:t>Comprehensive Software Design Review Presentation</a:t>
            </a:r>
          </a:p>
          <a:p>
            <a:pPr algn="ctr">
              <a:spcBef>
                <a:spcPts val="2400"/>
              </a:spcBef>
              <a:defRPr sz="1200" b="1">
                <a:solidFill>
                  <a:srgbClr val="064E3B"/>
                </a:solidFill>
              </a:defRPr>
            </a:pPr>
            <a:r>
              <a:t>Presented by: Navya Chitla | Technology Stack: Spring Boot, React,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DESIGN REVIEW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Project Overview &amp; Vision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GreenLink is an integrated, full-stack Web Ecosystem designed to foster sustainable community living through gamification and digital engagement.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Combines 10 core modules: Eco Marketplace, Peer-to-Peer Recycling, Carbon Footprint Tracking, Gamified Rewards, Educational Hub, Community Forums, and Local Eco-Events.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Empowers individual users and local businesses to track, reduce, and offset their personal carbon emissions while earning tradeable Green Points.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Built with a robust, enterprise-grade 3-Tier Layered Architecture leveraging Spring Boot REST APIs, React Single Page Application (SPA), and PostgreSQL RDBMS.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DESIGN REVIEW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Problem Statement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Rapid urban consumption generates massive household waste and accelerating carbon emissions.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Lack of centralized, accessible platforms for purchasing verified eco-friendly goods locally.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Fragmented recycling efforts without incentives or transparent tracking mechanisms.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Low user motivation due to absent reward systems for individual sustainable habits.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The GreenLink Solution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Unified digital platform connecting eco-conscious consumers, sellers, and recycling administrators.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EPA/IPCC standard Carbon Footprint Calculator with dynamic AI-driven reduction tips.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Verified Eco Marketplace supporting direct seller listings and star-rating reviews.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Gamified Eco-Rewards Engine awarding Green Points (₹ equivalent) for every sustainable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DESIGN REVIEW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Proposed System Architecture (3-Tier Model)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Layer 1: Presentation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React 18 SPA built with Vite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React Router v6 for navigation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Context API (AuthContext, CartContext)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Axios HTTP client with JWT Bearer token interceptor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Responsive CSS3 UI with Indian Rupee (₹) pricing format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Layer 2: Business Logic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Spring Boot 3.2.5 REST Controllers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Spring Security 6 with stateless JWT Filter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BCrypt password hashing &amp; RBAC controls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Service Layer: Product, Order, Waste, Carbon &amp; Reward Engines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Transactional consistency with ACID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2918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Layer 3: Data Persistence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PostgreSQL 18 relational database engine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Spring Data JPA &amp; Hibernate ORM 6.4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HikariCP high-performance connection pool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10+ relational entities with normalized schemas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Automated schema migration &amp; seeding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DESIGN REVIEW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User &amp; Marketplace Capabilities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User Authentication: Registration, Login, JWT verification, and Password Change.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Eco Marketplace: Browse, search, filter products by category, and post star reviews.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Cart &amp; Order Processing: Real-time cart calculations, checkout with printable invoice receipts in ₹.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Seller Hub: Product submission, sales order notifications, and inventory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Recycling &amp; Analytics Capabilities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Waste Recycling Log: Submit recyclable items with category, description, and photo.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Carbon Footprint Tracker: Enter kWh, driving km, fuel liters to calculate kg CO2e emissions.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Gamification &amp; Badges: Automatic credit of Green Points (+15 per order, +25 per carbon log, +50 per waste completion).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Admin Console: Review product listings, process waste requests, manage users and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DESIGN REVIEW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Non-Functional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Security &amp; Reliability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Security: Stateless JWT token authentication with HMAC-SHA256 signature verification.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Data Protection: BCrypt password salting and strict Role-Based Access Control (ROLE_USER, ROLE_ADMIN).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Reliability: Transactional rollback on order failures ensuring zero inventory corruption.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CORS Security: Tight origin mapping between frontend (:5173) and backend (:8080).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Performance &amp; Usability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Response Time: Sub-200ms REST API response times powered by HikariCP database pool.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Scalability: Decoupled client-server architecture ready for cloud microservices (Render/Vercel).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Usability: Intuitive responsive layout with single-click actions and clear visual feedback.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Maintainability: Modular Spring components and clean React component hierarchy.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DESIGN REVIEW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Goals of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Core Strategic &amp; Technical Goals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Deliver a 100% operational production-quality full-stack web application for sustainable living.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Provide an end-to-end e-commerce flow supporting seller notifications, order receipt printing, and stock management.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Accurately quantify personal carbon footprints using verified EPA/IPCC emission factors (0.85 kg CO2e/kWh, 0.17 kg CO2e/km).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Motivate sustainable public behavior through tradeable Green Points and achievements.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Establish an extensible academic software foundation with comprehensive UML and DFD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DESIGN REVIEW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Software Configuration (Tech Stack)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Operating System: Windows 10 / 11, Linux, or macOS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Java Development Kit: OpenJDK / Temurin JDK 21 or 22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Build Tool: Apache Maven 3.9.6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Frontend Runtime: Node.js v18+ &amp; Vite 5.4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Database Engine: PostgreSQL 18 RDBMS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Backend Framework: Spring Boot 3.2.5 (Embedded Tomcat)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Hardware Configuration (Computer Resources)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Processor: Intel Core i5 / AMD Ryzen 5 (Quad-Core 2.5 GHz+)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System Memory (RAM): Minimum 8 GB (16 GB Recommended)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Storage Space: 10 GB Available SSD Space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Display Resolution: 1920 x 1080 (Full HD Display)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Network: Standard High-Speed Broadband Internet Connection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DESIGN REVIEW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Tools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Development Tools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Eclipse IDE / Antigravity Agentic IDE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VS Code (React / Vite Frontend)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Postman / cURL (API Testing)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Git &amp; GitHub (Version Control)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Frontend Libraries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React 18 SPA Library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React Router v6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Axios HTTP Gateway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Lucide React Icons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Vite Hot-Reload Bundler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2918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Cloud &amp; Deployment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Neon.tech (Cloud PostgreSQL)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Render.com (Spring Boot Docker)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Vercel (React Frontend CDN)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Apache Tomcat (Embedded Server)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DESIGN REVIEW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Software Engineering UML Diagrams Suite (9 Diagrams)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Structural UML Diagrams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1. Class Diagram: Detailed entity models, visibility, attributes, methods, and cardinalities.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2. Object Diagram: Concrete runtime instance snapshots (sellerUser, toteProduct, order101).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3. Component Diagram: Frontend modules, Spring REST controllers, JPA services, DB connector.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4. Deployment Diagram: Runtime nodes, ports (:5173, :8080, :5432), Tomcat JVM container.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Behavioral &amp; Interaction Diagrams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5. Use Case Diagram: Actors (Customer, Seller, Admin, Gateway) with &lt;&lt;include&gt;&gt; &amp; &lt;&lt;extend&gt;&gt;.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6. Sequence Diagram: Multi-participant checkout execution sequence.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7. Activity Diagram: Parallel checkout forks, stock update, and point allocation.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8. State Machine Diagram: Product Listing and Order state transitions.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9. Communication Diagram: Numbered object message calls.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DESIGN REVIEW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064E3B"/>
                </a:solidFill>
              </a:defRPr>
            </a:pPr>
            <a:r>
              <a:t>Summary &amp; Future Roadmap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Successfully developed and verified GreenLink – an end-to-end Sustainable Living Ecosystem.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Full integration across 10 functional modules with robust Security, Rupee (₹) currency localization, and printable receipts.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Achieved seamless 3-Tier Layered Architecture with Spring Boot, React 18, and PostgreSQL RDBMS.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Future Enhancements: Integration of real online UPI/Stripe payments, IoT smart recycling bins, and mobile React Native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